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ITSM INCIDENT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Incident Priority Prediction Using Machine Learning</a:t>
            </a:r>
          </a:p>
          <a:p>
            <a:r>
              <a:t>Project Presentation</a:t>
            </a:r>
          </a:p>
          <a:p>
            <a:r>
              <a:t>Presented by: Rithick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IT Service Management (ITSM) helps organizations manage IT incidents.</a:t>
            </a:r>
          </a:p>
          <a:p>
            <a:pPr>
              <a:spcAft>
                <a:spcPts val="1200"/>
              </a:spcAft>
              <a:defRPr sz="2200"/>
            </a:pPr>
            <a:r>
              <a:t>Incident priority helps teams decide which issues need urgent attention.</a:t>
            </a:r>
          </a:p>
          <a:p>
            <a:pPr>
              <a:spcAft>
                <a:spcPts val="1200"/>
              </a:spcAft>
              <a:defRPr sz="2200"/>
            </a:pPr>
            <a:r>
              <a:t>Machine learning can support incident priority prediction.</a:t>
            </a:r>
          </a:p>
          <a:p>
            <a:pPr>
              <a:spcAft>
                <a:spcPts val="1200"/>
              </a:spcAft>
              <a:defRPr sz="2200"/>
            </a:pPr>
            <a:r>
              <a:t>This project explores incident data and builds classification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Manual incident prioritization can take time.</a:t>
            </a:r>
          </a:p>
          <a:p>
            <a:pPr>
              <a:spcAft>
                <a:spcPts val="1200"/>
              </a:spcAft>
              <a:defRPr sz="2200"/>
            </a:pPr>
            <a:r>
              <a:t>Incorrect priority assignment may delay issue resolution.</a:t>
            </a:r>
          </a:p>
          <a:p>
            <a:pPr>
              <a:spcAft>
                <a:spcPts val="1200"/>
              </a:spcAft>
              <a:defRPr sz="2200"/>
            </a:pPr>
            <a:r>
              <a:t>Large incident datasets are difficult to analyze manually.</a:t>
            </a:r>
          </a:p>
          <a:p>
            <a:pPr>
              <a:spcAft>
                <a:spcPts val="1200"/>
              </a:spcAft>
              <a:defRPr sz="2200"/>
            </a:pPr>
            <a:r>
              <a:t>Machine learning can help support consistent prioritization.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Analyze ITSM incident data.</a:t>
            </a:r>
          </a:p>
          <a:p>
            <a:pPr>
              <a:spcAft>
                <a:spcPts val="1200"/>
              </a:spcAft>
              <a:defRPr sz="2200"/>
            </a:pPr>
            <a:r>
              <a:t>Study priority, impact, urgency, and incident status.</a:t>
            </a:r>
          </a:p>
          <a:p>
            <a:pPr>
              <a:spcAft>
                <a:spcPts val="1200"/>
              </a:spcAft>
              <a:defRPr sz="2200"/>
            </a:pPr>
            <a:r>
              <a:t>Prepare data for machine learning.</a:t>
            </a:r>
          </a:p>
          <a:p>
            <a:pPr>
              <a:spcAft>
                <a:spcPts val="1200"/>
              </a:spcAft>
              <a:defRPr sz="2200"/>
            </a:pPr>
            <a:r>
              <a:t>Train and compare classification models.</a:t>
            </a:r>
          </a:p>
          <a:p>
            <a:pPr>
              <a:spcAft>
                <a:spcPts val="1200"/>
              </a:spcAft>
              <a:defRPr sz="2200"/>
            </a:pPr>
            <a:r>
              <a:t>Save the selected model and preprocessing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Data source: ITSM incident database.</a:t>
            </a:r>
          </a:p>
          <a:p>
            <a:pPr>
              <a:spcAft>
                <a:spcPts val="1200"/>
              </a:spcAft>
              <a:defRPr sz="2200"/>
            </a:pPr>
            <a:r>
              <a:t>The notebook currently retrieves up to 1,000 records.</a:t>
            </a:r>
          </a:p>
          <a:p>
            <a:pPr>
              <a:spcAft>
                <a:spcPts val="1200"/>
              </a:spcAft>
              <a:defRPr sz="2200"/>
            </a:pPr>
            <a:r>
              <a:t>Features include Impact, Urgency, Category, Status, and CI details.</a:t>
            </a:r>
          </a:p>
          <a:p>
            <a:pPr>
              <a:spcAft>
                <a:spcPts val="1200"/>
              </a:spcAft>
              <a:defRPr sz="2200"/>
            </a:pPr>
            <a:r>
              <a:t>Priority is the target variable for classification.</a:t>
            </a:r>
          </a:p>
          <a:p>
            <a:pPr>
              <a:spcAft>
                <a:spcPts val="1200"/>
              </a:spcAft>
              <a:defRPr sz="2200"/>
            </a:pPr>
            <a:r>
              <a:t>The analysis represents the retrieved sample, not necessarily the full database.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Reviewed missing values and duplicate records.</a:t>
            </a:r>
          </a:p>
          <a:p>
            <a:pPr>
              <a:spcAft>
                <a:spcPts val="1200"/>
              </a:spcAft>
              <a:defRPr sz="2200"/>
            </a:pPr>
            <a:r>
              <a:t>Cleaned placeholder values and relevant fields.</a:t>
            </a:r>
          </a:p>
          <a:p>
            <a:pPr>
              <a:spcAft>
                <a:spcPts val="1200"/>
              </a:spcAft>
              <a:defRPr sz="2200"/>
            </a:pPr>
            <a:r>
              <a:t>Processed numerical and categorical features.</a:t>
            </a:r>
          </a:p>
          <a:p>
            <a:pPr>
              <a:spcAft>
                <a:spcPts val="1200"/>
              </a:spcAft>
              <a:defRPr sz="2200"/>
            </a:pPr>
            <a:r>
              <a:t>Numerical missing values: median imputation.</a:t>
            </a:r>
          </a:p>
          <a:p>
            <a:pPr>
              <a:spcAft>
                <a:spcPts val="1200"/>
              </a:spcAft>
              <a:defRPr sz="2200"/>
            </a:pPr>
            <a:r>
              <a:t>Categorical missing values: most-frequent imputation.</a:t>
            </a:r>
          </a:p>
          <a:p>
            <a:pPr>
              <a:spcAft>
                <a:spcPts val="1200"/>
              </a:spcAft>
              <a:defRPr sz="2200"/>
            </a:pPr>
            <a:r>
              <a:t>Categorical features: one-hot encoding.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Examined incident priority distribution.</a:t>
            </a:r>
          </a:p>
          <a:p>
            <a:pPr>
              <a:spcAft>
                <a:spcPts val="1200"/>
              </a:spcAft>
              <a:defRPr sz="2200"/>
            </a:pPr>
            <a:r>
              <a:t>Analyzed impact, urgency, status, and category.</a:t>
            </a:r>
          </a:p>
          <a:p>
            <a:pPr>
              <a:spcAft>
                <a:spcPts val="1200"/>
              </a:spcAft>
              <a:defRPr sz="2200"/>
            </a:pPr>
            <a:r>
              <a:t>Reviewed monthly incident counts.</a:t>
            </a:r>
          </a:p>
          <a:p>
            <a:pPr>
              <a:spcAft>
                <a:spcPts val="1200"/>
              </a:spcAft>
              <a:defRPr sz="2200"/>
            </a:pPr>
            <a:r>
              <a:t>Explored resolution duration and reassignment patterns.</a:t>
            </a:r>
          </a:p>
          <a:p>
            <a:pPr>
              <a:spcAft>
                <a:spcPts val="1200"/>
              </a:spcAft>
              <a:defRPr sz="2200"/>
            </a:pPr>
            <a:r>
              <a:t>Visualizations were used to understand incident characteristics.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Logistic Regression</a:t>
            </a:r>
          </a:p>
          <a:p>
            <a:pPr>
              <a:spcAft>
                <a:spcPts val="1200"/>
              </a:spcAft>
              <a:defRPr sz="2200"/>
            </a:pPr>
            <a:r>
              <a:t>Random Forest Classifier</a:t>
            </a:r>
          </a:p>
          <a:p>
            <a:pPr>
              <a:spcAft>
                <a:spcPts val="1200"/>
              </a:spcAft>
              <a:defRPr sz="2200"/>
            </a:pPr>
            <a:r>
              <a:t>Used a train-test split for model evaluation.</a:t>
            </a:r>
          </a:p>
          <a:p>
            <a:pPr>
              <a:spcAft>
                <a:spcPts val="1200"/>
              </a:spcAft>
              <a:defRPr sz="2200"/>
            </a:pPr>
            <a:r>
              <a:t>Compared Accuracy, Weighted Precision, Weighted Recall, and Weighted F1.</a:t>
            </a:r>
          </a:p>
          <a:p>
            <a:pPr>
              <a:spcAft>
                <a:spcPts val="1200"/>
              </a:spcAft>
              <a:defRPr sz="2200"/>
            </a:pPr>
            <a:r>
              <a:t>Selected the best model using Weighted F1 score.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Results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Model performance was compared using evaluation metrics.</a:t>
            </a:r>
          </a:p>
          <a:p>
            <a:pPr>
              <a:spcAft>
                <a:spcPts val="1200"/>
              </a:spcAft>
              <a:defRPr sz="2200"/>
            </a:pPr>
            <a:r>
              <a:t>Prediction and model comparison results were saved as files.</a:t>
            </a:r>
          </a:p>
          <a:p>
            <a:pPr>
              <a:spcAft>
                <a:spcPts val="1200"/>
              </a:spcAft>
              <a:defRPr sz="2200"/>
            </a:pPr>
            <a:r>
              <a:t>The trained model and preprocessor were saved.</a:t>
            </a:r>
          </a:p>
          <a:p>
            <a:pPr>
              <a:spcAft>
                <a:spcPts val="1200"/>
              </a:spcAft>
              <a:defRPr sz="2200"/>
            </a:pPr>
            <a:r>
              <a:t>Only up to 1,000 database records were retrieved.</a:t>
            </a:r>
          </a:p>
          <a:p>
            <a:pPr>
              <a:spcAft>
                <a:spcPts val="1200"/>
              </a:spcAft>
              <a:defRPr sz="2200"/>
            </a:pPr>
            <a:r>
              <a:t>Rare priority classes required special handling during splitting.</a:t>
            </a:r>
          </a:p>
          <a:p>
            <a:pPr>
              <a:spcAft>
                <a:spcPts val="1200"/>
              </a:spcAft>
              <a:defRPr sz="2200"/>
            </a:pPr>
            <a:r>
              <a:t>Insert actual measured scores from the notebook before submission.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The project demonstrates an ML workflow for incident priority prediction.</a:t>
            </a:r>
          </a:p>
          <a:p>
            <a:pPr>
              <a:spcAft>
                <a:spcPts val="1200"/>
              </a:spcAft>
              <a:defRPr sz="2200"/>
            </a:pPr>
            <a:r>
              <a:t>EDA and classification models support analysis of incident data.</a:t>
            </a:r>
          </a:p>
          <a:p>
            <a:pPr>
              <a:spcAft>
                <a:spcPts val="1200"/>
              </a:spcAft>
              <a:defRPr sz="2200"/>
            </a:pPr>
            <a:r>
              <a:t>Future work: analyze the full authorized dataset.</a:t>
            </a:r>
          </a:p>
          <a:p>
            <a:pPr>
              <a:spcAft>
                <a:spcPts val="1200"/>
              </a:spcAft>
              <a:defRPr sz="2200"/>
            </a:pPr>
            <a:r>
              <a:t>Future work: improve rare-class handling and validate performance.</a:t>
            </a:r>
          </a:p>
          <a:p>
            <a:pPr>
              <a:spcAft>
                <a:spcPts val="1200"/>
              </a:spcAft>
              <a:defRPr sz="2200"/>
            </a:pPr>
            <a:r>
              <a:t>Future work: develop a dashboard or web application.</a:t>
            </a:r>
          </a:p>
          <a:p>
            <a:pPr>
              <a:spcAft>
                <a:spcPts val="1200"/>
              </a:spcAft>
              <a:defRPr sz="2200"/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